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114800" cy="4114800"/>
          </a:xfrm>
          <a:prstGeom prst="ellipse">
            <a:avLst/>
          </a:prstGeom>
          <a:solidFill>
            <a:srgbClr val="FFEDD5">
              <a:alpha val="50000"/>
            </a:srgbClr>
          </a:solidFill>
          <a:ln w="12700">
            <a:solidFill>
              <a:srgbClr val="FFEDD5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645920"/>
            <a:ext cx="5486400" cy="5486400"/>
          </a:xfrm>
          <a:prstGeom prst="ellipse">
            <a:avLst/>
          </a:prstGeom>
          <a:solidFill>
            <a:srgbClr val="FEF0E8">
              <a:alpha val="60000"/>
            </a:srgbClr>
          </a:solidFill>
          <a:ln w="12700">
            <a:solidFill>
              <a:srgbClr val="FEF0E8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Future Direction of the IT Organization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3566160"/>
            <a:ext cx="384048" cy="6400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4564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Department Meeting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E8D8CC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97280"/>
            <a:ext cx="37033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432C1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097280"/>
            <a:ext cx="3703320" cy="109728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1660" y="1444752"/>
            <a:ext cx="1188720" cy="1188720"/>
          </a:xfrm>
          <a:prstGeom prst="ellipse">
            <a:avLst/>
          </a:prstGeom>
          <a:solidFill>
            <a:srgbClr val="FEF0E8"/>
          </a:solidFill>
          <a:ln w="12700">
            <a:solidFill>
              <a:srgbClr val="FEF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81635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5-Year Recap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336499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(Looking Back)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703320" cy="3063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52400" dist="50800" dir="8100000">
              <a:srgbClr val="432C1A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370332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03620" y="1444752"/>
            <a:ext cx="1188720" cy="118872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816352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Future Direction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3364992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(What's Next)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20240" y="4434840"/>
            <a:ext cx="53035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FDBA7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920240" y="4434840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pause for feedback after each section.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Back: 5-Year Journey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E8D8CC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752344"/>
            <a:ext cx="8138160" cy="73152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60604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-45720" y="31821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-45720" y="35295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Baseline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260604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370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755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Skill Development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Launched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260604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37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1821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5295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Self-Directed Learning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Engagement Tracking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26680" y="2606040"/>
            <a:ext cx="365760" cy="3657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370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7556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Spring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49440" y="120700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to HR for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Looking Back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7955280" cy="3794760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FFEDD5"/>
            </a:solidFill>
            <a:prstDash val="solid"/>
          </a:ln>
          <a:effectLst>
            <a:outerShdw sx="100000" sy="100000" kx="0" ky="0" algn="bl" rotWithShape="0" blurRad="254000" dist="76200" dir="8100000">
              <a:srgbClr val="432C1A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17320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five-year story.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51560" y="2103120"/>
            <a:ext cx="7040880" cy="146304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  <a:effectLst>
            <a:outerShdw sx="100000" sy="100000" kx="0" ky="0" algn="bl" rotWithShape="0" blurRad="177800" dist="63500" dir="8100000">
              <a:srgbClr val="F3702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210312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anything stand out to you, or do you have any feedback on how things went?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Next: Towards a Global IT Organization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E8D8CC"/>
          </a:solidFill>
          <a:ln w="12700">
            <a:solidFill>
              <a:srgbClr val="E8D8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78992"/>
            <a:ext cx="38404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77800" dist="50800" dir="8100000">
              <a:srgbClr val="432C1A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399032"/>
            <a:ext cx="1188720" cy="1188720"/>
          </a:xfrm>
          <a:prstGeom prst="ellipse">
            <a:avLst/>
          </a:prstGeom>
          <a:solidFill>
            <a:srgbClr val="FEF0E8"/>
          </a:solidFill>
          <a:ln w="12700">
            <a:solidFill>
              <a:srgbClr val="FEF0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7063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Global Skill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712464"/>
            <a:ext cx="3383280" cy="914400"/>
          </a:xfrm>
          <a:prstGeom prst="rect">
            <a:avLst/>
          </a:prstGeom>
          <a:solidFill>
            <a:srgbClr val="FFFAF6"/>
          </a:solidFill>
          <a:ln w="15240">
            <a:solidFill>
              <a:srgbClr val="FE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85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5137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SFIA9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800600" y="1078992"/>
            <a:ext cx="38404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EF0E8"/>
            </a:solidFill>
            <a:prstDash val="solid"/>
          </a:ln>
          <a:effectLst>
            <a:outerShdw sx="100000" sy="100000" kx="0" ky="0" algn="bl" rotWithShape="0" blurRad="177800" dist="50800" dir="8100000">
              <a:srgbClr val="432C1A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1399032"/>
            <a:ext cx="1188720" cy="1188720"/>
          </a:xfrm>
          <a:prstGeom prst="ellipse">
            <a:avLst/>
          </a:prstGeom>
          <a:solidFill>
            <a:srgbClr val="FEF0E8"/>
          </a:solidFill>
          <a:ln w="12700">
            <a:solidFill>
              <a:srgbClr val="FEF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77063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Global IT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Ladder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3712464"/>
            <a:ext cx="3383280" cy="914400"/>
          </a:xfrm>
          <a:prstGeom prst="rect">
            <a:avLst/>
          </a:prstGeom>
          <a:solidFill>
            <a:srgbClr val="FFFAF6"/>
          </a:solidFill>
          <a:ln w="15240">
            <a:solidFill>
              <a:srgbClr val="FEF0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37856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Skill to: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15137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Input Needed: Shaping the Future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7955280" cy="3794760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FFEDD5"/>
            </a:solidFill>
            <a:prstDash val="solid"/>
          </a:ln>
          <a:effectLst>
            <a:outerShdw sx="100000" sy="100000" kx="0" ky="0" algn="bl" rotWithShape="0" blurRad="254000" dist="76200" dir="8100000">
              <a:srgbClr val="432C1A">
                <a:alpha val="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325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32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move forward on Standardization and Career Ladders: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7132320" cy="16459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  <a:effectLst>
            <a:outerShdw sx="100000" sy="100000" kx="0" ky="0" algn="bl" rotWithShape="0" blurRad="177800" dist="63500" dir="8100000">
              <a:srgbClr val="F37021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6596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these initiatives effective, what kind of roles or goal settings do you think would be necessary?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60120" y="3886200"/>
            <a:ext cx="7223760" cy="36576"/>
          </a:xfrm>
          <a:prstGeom prst="rect">
            <a:avLst/>
          </a:prstGeom>
          <a:solidFill>
            <a:srgbClr val="FEF0E8"/>
          </a:solidFill>
          <a:ln w="12700">
            <a:solidFill>
              <a:srgbClr val="FEF0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0507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85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your input. 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Development Activities</dc:title>
  <dc:subject>PptxGenJS Presentation</dc:subject>
  <dc:creator>PptxGenJS</dc:creator>
  <cp:lastModifiedBy>PptxGenJS</cp:lastModifiedBy>
  <cp:revision>1</cp:revision>
  <dcterms:created xsi:type="dcterms:W3CDTF">2026-02-26T13:08:14Z</dcterms:created>
  <dcterms:modified xsi:type="dcterms:W3CDTF">2026-02-26T13:08:14Z</dcterms:modified>
</cp:coreProperties>
</file>