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Governance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Goal" Style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786384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governance is not to control decisions,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ensure that decisions are made correctly.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Why Governance?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YES / ASK / 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Scope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Measuring Success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Governance?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mechanism that enables our organizational goal: Be Agile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3832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Agile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7280" y="3063240"/>
            <a:ext cx="256032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autonomy ≠ absence of control.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faster decisions are made,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 matters that they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made correctly.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971800"/>
            <a:ext cx="320040" cy="10972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417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17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adding approvals, not slowing teams 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560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560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correct decisions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after the fact · Aligned to principles · Not dependent on individual heroics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703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703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field moving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success is measured by whether operations keep moving — not by how busy the Governance team 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ASK / NO — Three Decision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only works when presented in a form that enables clear judgment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548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can decide and proceed autonomously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decision falls within the guardrails, no consultation needed. The team has full discretion to act.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51760" cy="7772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the designated contact — then proceed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012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cross a Non-negotiable, but cannot be decided alone. Bring it to the right window with sufficient information.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777240"/>
          </a:xfrm>
          <a:prstGeom prst="rect">
            <a:avLst/>
          </a:prstGeom>
          <a:solidFill>
            <a:srgbClr val="B0251A"/>
          </a:solidFill>
          <a:ln w="12700">
            <a:solidFill>
              <a:srgbClr val="B02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4476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Non-negotiable. Must not be done — no exceptions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exceptions. No workarounds. No room for negotiation. If this line is crossed, Governance has failed.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YES / ASK / NO flows naturally — as a system, not through individual effort — Governance is working.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Scope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decided centrally — and what is delegated to the field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868680"/>
          </a:xfrm>
          <a:prstGeom prst="rect">
            <a:avLst/>
          </a:prstGeom>
          <a:solidFill>
            <a:srgbClr val="B0251A"/>
          </a:solidFill>
          <a:ln w="12700">
            <a:solidFill>
              <a:srgbClr val="B02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Absolute. No exceptions.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4114800" cy="8686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centrally. Decided at the field level.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58184"/>
            <a:ext cx="4114800" cy="8686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Zone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at team discretion. Governance does not intervene.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745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deliberately keeps its scope narrow.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× Federated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74520"/>
            <a:ext cx="1920240" cy="6400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20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6243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&amp; regulations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security standards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principles (Non-negotiable)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4251960"/>
            <a:ext cx="170078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361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centrally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874520"/>
            <a:ext cx="192024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920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6243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decisions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22008" y="4251960"/>
            <a:ext cx="170078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361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to the field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 — With a Concrete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must not be measured by the absence of problems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Evaluation Axes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does it align with organizational principles?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team able to keep moving without being stopped?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8620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failures being fed back into better future decisions?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IT Investment Decision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8745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874520"/>
            <a:ext cx="54864" cy="10058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total: ¥100M  /  Projected overrun: ¥1M  (+1%)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1261872" cy="1005840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&amp; timeline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25312" y="3474720"/>
            <a:ext cx="155448" cy="914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017520"/>
            <a:ext cx="1261872" cy="1005840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Non-negotiable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42632" y="3474720"/>
            <a:ext cx="155448" cy="914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017520"/>
            <a:ext cx="1261872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Consult &amp; proceed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tolerance  /  No re-approval needed  /  Proceed with monitoring conditions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exists not to stop investment — but to keep it moving forward.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governance is to ensure that every operational decision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clearly classified as YES, ASK, or NO — and executed accordingly.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980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YES / ASK / NO flowing as a system — without depending on individual effort?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4564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Governance scope being kept deliberately narrow?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05656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1148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field continuing to move forward without being stopped?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YES / ASK / NO is not flowing stably, Governance is incomplete.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Purpose of Governance</dc:title>
  <dc:subject>PptxGenJS Presentation</dc:subject>
  <dc:creator>PptxGenJS</dc:creator>
  <cp:lastModifiedBy>PptxGenJS</cp:lastModifiedBy>
  <cp:revision>1</cp:revision>
  <dcterms:created xsi:type="dcterms:W3CDTF">2026-02-21T03:26:23Z</dcterms:created>
  <dcterms:modified xsi:type="dcterms:W3CDTF">2026-02-21T03:26:23Z</dcterms:modified>
</cp:coreProperties>
</file>