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の目的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Goal" スタイル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786384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governance is not to control decisions,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 ensure that decisions are made correctly.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Why Governance?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YES / ASK / 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Scope の設計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4206240"/>
            <a:ext cx="201168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成功の測り方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Governance が必要か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Agile を実現するための仕組みとして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33832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Agile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が組織の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上位目標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256032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175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しかし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 ≠ 放任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判断が速くなるほど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「正しく」判断されているかが問われる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971800"/>
            <a:ext cx="320040" cy="10972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4173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17320"/>
            <a:ext cx="54864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統制ではない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承認を増やし、現場を遅くするものではない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5603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560320"/>
            <a:ext cx="54864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判断を正しくする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事後説明可能・原則との整合・属人性の排除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70332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703320"/>
            <a:ext cx="54864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現場を止めない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の成功は、現場が止まらないことで測られる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ASK / NO — 判断の三分類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は「判断できる形」で示して初めて機能する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75488" y="23134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現場が自律的に判断し、進めてよい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926080"/>
            <a:ext cx="243230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0449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ガードレール内であれば、相談不要。現場の裁量で実行できる。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651760" cy="7772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23134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定められた窓口に相談すれば進められる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0128" y="2926080"/>
            <a:ext cx="243230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30449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には触れないが、単独では判断できない範囲。必要十分な情報とともに窓口へ。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17320"/>
            <a:ext cx="2651760" cy="777240"/>
          </a:xfrm>
          <a:prstGeom prst="rect">
            <a:avLst/>
          </a:prstGeom>
          <a:solidFill>
            <a:srgbClr val="B0251A"/>
          </a:solidFill>
          <a:ln w="12700">
            <a:solidFill>
              <a:srgbClr val="B02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44768" y="231343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議論の余地なく、実施してはならない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2926080"/>
            <a:ext cx="243230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3044952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例外なし。交渉や抜け道が存在しない。これが崩れた時点でGovernanceは失敗。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ASK / NO が、誰かの努力に依存せず仕組みとして自然に回っている状態 ＝ Governance が効いている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のスコープ設計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どこまでを中央で決め、どこからを現場に委ねるか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三層モデル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868680"/>
          </a:xfrm>
          <a:prstGeom prst="rect">
            <a:avLst/>
          </a:prstGeom>
          <a:solidFill>
            <a:srgbClr val="B0251A"/>
          </a:solidFill>
          <a:ln w="12700">
            <a:solidFill>
              <a:srgbClr val="B02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47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13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絶対に譲れない。例外なし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4114800" cy="86868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中央が設計し、現場が判断する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58184"/>
            <a:ext cx="4114800" cy="8686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31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Zone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完全に現場裁量。Governance は関与しない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745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 Governance はスコープを意図的に狭く保つ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× Federated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74520"/>
            <a:ext cx="1920240" cy="6400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20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6243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法令・規制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セキュリティ最低基準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経営原則（Non-negotiable）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4251960"/>
            <a:ext cx="170078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361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中央が決め続ける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874520"/>
            <a:ext cx="192024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920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6243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実装方法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運用改善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日々の業務判断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22008" y="4251960"/>
            <a:ext cx="1700784" cy="18288"/>
          </a:xfrm>
          <a:prstGeom prst="rect">
            <a:avLst/>
          </a:prstGeom>
          <a:solidFill>
            <a:srgbClr val="D8DDE8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361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現場に委ねる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成功の測り方と具体例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は問題が起きないことで測ってはならない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評価の3軸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4864" cy="896112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後から見て、組織の原則と整合しているか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0360"/>
            <a:ext cx="54864" cy="896112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現場が止まらずに進められているか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86200"/>
            <a:ext cx="54864" cy="896112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失敗が次の判断に活かされているか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具体例：IT投資の判断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8745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874520"/>
            <a:ext cx="54864" cy="100584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5年総額：1億円 ／ 予算超過見込み：100万円（+1%）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1261872" cy="1005840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金額・期間の観点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 ではない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25312" y="3474720"/>
            <a:ext cx="155448" cy="9144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017520"/>
            <a:ext cx="1261872" cy="1005840"/>
          </a:xfrm>
          <a:prstGeom prst="rect">
            <a:avLst/>
          </a:prstGeom>
          <a:solidFill>
            <a:srgbClr val="D0D5DF"/>
          </a:solidFill>
          <a:ln w="12700">
            <a:solidFill>
              <a:srgbClr val="D0D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には触れない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でもない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42632" y="3474720"/>
            <a:ext cx="155448" cy="91440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017520"/>
            <a:ext cx="1261872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相談して前に進む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許容誤差内 ／ 再承認不要 ／ モニタリング条件付き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は、投資を止めるためではなく、前に進めるために存在する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274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governance is to ensure that every operational decision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clearly classified as YES, ASK, or NO — and executed accordingly.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92608" cy="29260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980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ASK / NO が仕組みとして自然に回っているか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292608" cy="29260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4564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スコープは意図的に狭く保たれているか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05656"/>
            <a:ext cx="292608" cy="292608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1148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現場が止まらずに動き続けているか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ASK / NO が安定して回っていない限り、Governance は未完成である。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の目的</dc:title>
  <dc:subject>PptxGenJS Presentation</dc:subject>
  <dc:creator>PptxGenJS</dc:creator>
  <cp:lastModifiedBy>PptxGenJS</cp:lastModifiedBy>
  <cp:revision>1</cp:revision>
  <dcterms:created xsi:type="dcterms:W3CDTF">2026-02-21T03:22:26Z</dcterms:created>
  <dcterms:modified xsi:type="dcterms:W3CDTF">2026-02-21T03:22:26Z</dcterms:modified>
</cp:coreProperties>
</file>