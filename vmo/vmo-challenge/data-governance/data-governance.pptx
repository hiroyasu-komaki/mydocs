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3657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Issues of vendor management preparing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9144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Challenges in data reliability and completeness to initiate vendor management activities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463040"/>
            <a:ext cx="8229600" cy="329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737360"/>
            <a:ext cx="73200" cy="822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17373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① Contract Master: Missing Data</a:t>
            </a:r>
            <a:r>
              <a:rPr b="1" i="0" lang="en-US" sz="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（データの欠損）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Many contracts not registered in the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Validity periods incorrectly set or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743200"/>
            <a:ext cx="73200" cy="8229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14400" y="2743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② Vendor Master: Lack of Uniqueness</a:t>
            </a:r>
            <a:r>
              <a:rPr b="1" i="0" lang="en-US" sz="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（一意性が担保されていない）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Same vendor registered multiple times with different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New record created for each bank account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Manual matching required—automated reconciliation impossible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3749040"/>
            <a:ext cx="73200" cy="8229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374904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③ Purchase Order Data: Many Transactions Without POs</a:t>
            </a:r>
            <a:r>
              <a:rPr b="1" i="0" lang="en-US" sz="8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（発注のない取引）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Invoice-based payments and auto-debit transactions not captured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Approx 30% of transactions by value have no purchase order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Issues of data-governance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8686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can be understood as structural problems caused by insufficiently established data governance for defining, monitoring, and maintaining data quality.</a:t>
            </a:r>
            <a:endParaRPr b="0" i="0" sz="14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1. Completeness</a:t>
            </a:r>
            <a:r>
              <a:rPr b="1" i="0" lang="en-US" sz="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（完全性）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Approx 33% of transactions missing from PO data; contracts not registered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Cannot capture full transaction picture or perform comprehensive spend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4632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4632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2920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2. Validity</a:t>
            </a:r>
            <a:r>
              <a:rPr b="1" i="0" lang="en-US" sz="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（妥当性）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Contract validity periods incorrect; data doesn't match business reality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Physical documents required for verification; data-driven control impossible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008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3. Uniqueness</a:t>
            </a:r>
            <a:r>
              <a:rPr b="1" i="0" lang="en-US" sz="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（一意性）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vendor registered multiple times; no common identifier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Vendor-level analysis impossible; manual matching required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4632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2920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4. Consistency</a:t>
            </a:r>
            <a:r>
              <a:rPr b="1" i="0" lang="en-US" sz="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（一貫性）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2920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Vendor names differ across systems; relationships between data unclear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0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Cross-system reconciliation difficult; significant validation effort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514600" y="3806027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514600" y="3797902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697480" y="3897467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5. Integrity</a:t>
            </a:r>
            <a:r>
              <a:rPr b="1" i="0" lang="en-US" sz="8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（整合性）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97480" y="4153499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Relationships between contracts, POs, payments not defined in data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697480" y="4537547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No transaction lifecycle traceability; governance and control risks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